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 snapToGrid="0" snapToObjects="1">
      <p:cViewPr varScale="1">
        <p:scale>
          <a:sx n="110" d="100"/>
          <a:sy n="110" d="100"/>
        </p:scale>
        <p:origin x="-558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pPr/>
              <a:t>10/15/2026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pPr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22960" y="1371600"/>
            <a:ext cx="7772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800" b="1">
                <a:solidFill>
                  <a:srgbClr val="0D9488"/>
                </a:solidFill>
                <a:latin typeface="Aptos"/>
              </a:defRPr>
            </a:pPr>
            <a:r>
              <a:t>BANCO DE DADOS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965960"/>
            <a:ext cx="9601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3600" b="1">
                <a:solidFill>
                  <a:srgbClr val="1E293B"/>
                </a:solidFill>
                <a:latin typeface="Aptos"/>
              </a:defRPr>
            </a:pPr>
            <a:r>
              <a:t>Criação e Manipulação</a:t>
            </a:r>
          </a:p>
          <a:p>
            <a:pPr algn="l">
              <a:spcAft>
                <a:spcPts val="1200"/>
              </a:spcAft>
              <a:defRPr sz="3600" b="1">
                <a:solidFill>
                  <a:srgbClr val="1E293B"/>
                </a:solidFill>
                <a:latin typeface="Aptos"/>
              </a:defRPr>
            </a:pPr>
            <a:r>
              <a:t>de Banco de Dados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68680" y="4206240"/>
            <a:ext cx="64008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900" b="0">
                <a:solidFill>
                  <a:srgbClr val="475569"/>
                </a:solidFill>
                <a:latin typeface="Aptos"/>
              </a:defRPr>
            </a:pPr>
            <a:r>
              <a:t>Aluna: Kauani Nicole Alves</a:t>
            </a:r>
          </a:p>
          <a:p>
            <a:pPr algn="l">
              <a:spcAft>
                <a:spcPts val="1200"/>
              </a:spcAft>
              <a:defRPr sz="1900" b="0">
                <a:solidFill>
                  <a:srgbClr val="475569"/>
                </a:solidFill>
                <a:latin typeface="Aptos"/>
              </a:defRPr>
            </a:pPr>
            <a:r>
              <a:t>Professor: Lucas de Mattos</a:t>
            </a:r>
          </a:p>
          <a:p>
            <a:pPr algn="l">
              <a:spcAft>
                <a:spcPts val="1200"/>
              </a:spcAft>
              <a:defRPr sz="1900" b="0">
                <a:solidFill>
                  <a:srgbClr val="475569"/>
                </a:solidFill>
                <a:latin typeface="Aptos"/>
              </a:defRPr>
            </a:pPr>
            <a:r>
              <a:t>Matéria: Banco de Dados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68680" y="6080760"/>
            <a:ext cx="7772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300" b="0">
                <a:solidFill>
                  <a:srgbClr val="475569"/>
                </a:solidFill>
                <a:latin typeface="Aptos"/>
              </a:defRPr>
            </a:pPr>
            <a:r>
              <a:t>Salto Veloso • 08 de outubro de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0D9488"/>
                </a:solidFill>
                <a:latin typeface="Aptos"/>
              </a:defRPr>
            </a:pPr>
            <a:r>
              <a:t>1. O que é um banco de dados?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548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400" b="1">
                <a:solidFill>
                  <a:srgbClr val="475569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828800"/>
            <a:ext cx="98755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700" b="1">
                <a:solidFill>
                  <a:srgbClr val="1E293B"/>
                </a:solidFill>
                <a:latin typeface="Aptos"/>
              </a:defRPr>
            </a:pPr>
            <a:r>
              <a:t>É um sistema usado para guardar e organizar informações.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063240"/>
            <a:ext cx="98755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 b="0">
                <a:solidFill>
                  <a:srgbClr val="475569"/>
                </a:solidFill>
                <a:latin typeface="Aptos"/>
              </a:defRPr>
            </a:pPr>
            <a:r>
              <a:t>No nosso projeto, usamos um banco relacional, que organiza os dados em tabelas.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4389120"/>
            <a:ext cx="98755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 b="1">
                <a:solidFill>
                  <a:srgbClr val="0D9488"/>
                </a:solidFill>
                <a:latin typeface="Aptos"/>
              </a:defRPr>
            </a:pPr>
            <a:r>
              <a:t>Isso facilita encontrar e relacionar informações.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0D9488"/>
                </a:solidFill>
                <a:latin typeface="Aptos"/>
              </a:defRPr>
            </a:pPr>
            <a:r>
              <a:t>2. Laragon e SQL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548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400" b="1">
                <a:solidFill>
                  <a:srgbClr val="475569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500" b="1">
                <a:solidFill>
                  <a:srgbClr val="0D9488"/>
                </a:solidFill>
                <a:latin typeface="Aptos"/>
              </a:defRPr>
            </a:pPr>
            <a:r>
              <a:t>Laragon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57200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100" b="0">
                <a:solidFill>
                  <a:srgbClr val="475569"/>
                </a:solidFill>
                <a:latin typeface="Aptos"/>
              </a:defRPr>
            </a:pPr>
            <a:r>
              <a:t>Programa usado para trabalhar com o banco de dados no computador.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1828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500" b="1">
                <a:solidFill>
                  <a:srgbClr val="0D9488"/>
                </a:solidFill>
                <a:latin typeface="Aptos"/>
              </a:defRPr>
            </a:pPr>
            <a:r>
              <a:t>SQL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4572000" cy="1417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100" b="0">
                <a:solidFill>
                  <a:srgbClr val="475569"/>
                </a:solidFill>
                <a:latin typeface="Aptos"/>
              </a:defRPr>
            </a:pPr>
            <a:r>
              <a:t>Linguagem usada para criar tabelas e inserir, alterar, excluir ou consultar dados.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4800600"/>
            <a:ext cx="96012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100" b="1">
                <a:solidFill>
                  <a:srgbClr val="1E293B"/>
                </a:solidFill>
                <a:latin typeface="Aptos"/>
              </a:defRPr>
            </a:pPr>
            <a:r>
              <a:t>Comandos: SELECT, INSERT, UPDATE e DELETE.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0D9488"/>
                </a:solidFill>
                <a:latin typeface="Aptos"/>
              </a:defRPr>
            </a:pPr>
            <a:r>
              <a:t>3. Tabelas e Views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548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400" b="1">
                <a:solidFill>
                  <a:srgbClr val="475569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500" b="1">
                <a:solidFill>
                  <a:srgbClr val="0D9488"/>
                </a:solidFill>
                <a:latin typeface="Aptos"/>
              </a:defRPr>
            </a:pPr>
            <a:r>
              <a:t>Tabelas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29768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 b="0">
                <a:solidFill>
                  <a:srgbClr val="475569"/>
                </a:solidFill>
                <a:latin typeface="Aptos"/>
              </a:defRPr>
            </a:pPr>
            <a:r>
              <a:t>Guardam os dados em linhas e colunas.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500" b="1">
                <a:solidFill>
                  <a:srgbClr val="0D9488"/>
                </a:solidFill>
                <a:latin typeface="Aptos"/>
              </a:defRPr>
            </a:pPr>
            <a:r>
              <a:t>Views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438912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 b="0">
                <a:solidFill>
                  <a:srgbClr val="475569"/>
                </a:solidFill>
                <a:latin typeface="Aptos"/>
              </a:defRPr>
            </a:pPr>
            <a:r>
              <a:t>Mostram informações de uma forma mais simples, como uma consulta pronta.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0D9488"/>
                </a:solidFill>
                <a:latin typeface="Aptos"/>
              </a:defRPr>
            </a:pPr>
            <a:r>
              <a:t>4. Procedures e Triggers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548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400" b="1">
                <a:solidFill>
                  <a:srgbClr val="475569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737360"/>
            <a:ext cx="42976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400" b="1">
                <a:solidFill>
                  <a:srgbClr val="0D9488"/>
                </a:solidFill>
                <a:latin typeface="Aptos"/>
              </a:defRPr>
            </a:pPr>
            <a:r>
              <a:t>Stored Procedure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448056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100" b="0">
                <a:solidFill>
                  <a:srgbClr val="475569"/>
                </a:solidFill>
                <a:latin typeface="Aptos"/>
              </a:defRPr>
            </a:pPr>
            <a:r>
              <a:t>É um conjunto de comandos SQL salvo para realizar uma tarefa.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17373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400" b="1">
                <a:solidFill>
                  <a:srgbClr val="0D9488"/>
                </a:solidFill>
                <a:latin typeface="Aptos"/>
              </a:defRPr>
            </a:pPr>
            <a:r>
              <a:t>Trigger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0" y="2331720"/>
            <a:ext cx="448056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100" b="0">
                <a:solidFill>
                  <a:srgbClr val="475569"/>
                </a:solidFill>
                <a:latin typeface="Aptos"/>
              </a:defRPr>
            </a:pPr>
            <a:r>
              <a:t>É uma ação automática que acontece quando os dados são inseridos, alterados ou excluídos.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31520" y="5029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3000" b="1">
                <a:solidFill>
                  <a:srgbClr val="0D9488"/>
                </a:solidFill>
                <a:latin typeface="Aptos"/>
              </a:defRPr>
            </a:pPr>
            <a:r>
              <a:t>5. Conclusão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0" y="548640"/>
            <a:ext cx="457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spcAft>
                <a:spcPts val="1200"/>
              </a:spcAft>
              <a:defRPr sz="1400" b="1">
                <a:solidFill>
                  <a:srgbClr val="475569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234440"/>
            <a:ext cx="1097280" cy="54864"/>
          </a:xfrm>
          <a:prstGeom prst="rect">
            <a:avLst/>
          </a:prstGeom>
          <a:solidFill>
            <a:srgbClr val="0D94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914400" y="169164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600" b="1">
                <a:solidFill>
                  <a:srgbClr val="1E293B"/>
                </a:solidFill>
                <a:latin typeface="Aptos"/>
              </a:defRPr>
            </a:pPr>
            <a:r>
              <a:t>Com este projeto, aprendemos: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2514600"/>
            <a:ext cx="1005840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 b="0">
                <a:solidFill>
                  <a:srgbClr val="475569"/>
                </a:solidFill>
                <a:latin typeface="Aptos"/>
              </a:defRPr>
            </a:pPr>
            <a:r>
              <a:t>• Como organizar informações em um banco de dados.</a:t>
            </a:r>
          </a:p>
          <a:p>
            <a:pPr algn="l">
              <a:spcAft>
                <a:spcPts val="1200"/>
              </a:spcAft>
              <a:defRPr sz="2200" b="0">
                <a:solidFill>
                  <a:srgbClr val="475569"/>
                </a:solidFill>
                <a:latin typeface="Aptos"/>
              </a:defRPr>
            </a:pPr>
            <a:r>
              <a:t>• Como usar o Laragon e comandos SQL.</a:t>
            </a:r>
          </a:p>
          <a:p>
            <a:pPr algn="l">
              <a:spcAft>
                <a:spcPts val="1200"/>
              </a:spcAft>
              <a:defRPr sz="2200" b="0">
                <a:solidFill>
                  <a:srgbClr val="475569"/>
                </a:solidFill>
                <a:latin typeface="Aptos"/>
              </a:defRPr>
            </a:pPr>
            <a:r>
              <a:t>• Para que servem tabelas, Views, Procedures e Triggers.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5166360"/>
            <a:ext cx="9601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2200" b="1">
                <a:solidFill>
                  <a:srgbClr val="0D9488"/>
                </a:solidFill>
                <a:latin typeface="Aptos"/>
              </a:defRPr>
            </a:pPr>
            <a:r>
              <a:t>Esses recursos ajudam a organizar os dados de um sistema.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98932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200"/>
              </a:spcAft>
              <a:defRPr sz="1200" b="0">
                <a:solidFill>
                  <a:srgbClr val="475569"/>
                </a:solidFill>
                <a:latin typeface="Aptos"/>
              </a:defRPr>
            </a:pPr>
            <a:r>
              <a:t>Referências: materiais das aulas e documentação MySQL/MariaDB.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249</Words>
  <Application>Microsoft Macintosh PowerPoint</Application>
  <PresentationFormat>Personalizar</PresentationFormat>
  <Paragraphs>39</Paragraphs>
  <Slides>6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7" baseType="lpstr"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LinksUpToDate>false</LinksUpToDate>
  <SharedDoc>false</SharedDoc>
  <HyperlinkBase/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Aluno</dc:creator>
  <dc:description>generated using python-pptx</dc:description>
  <cp:lastModifiedBy>Aluno</cp:lastModifiedBy>
  <cp:revision>1</cp:revision>
  <dcterms:created xsi:type="dcterms:W3CDTF">2013-01-27T09:14:16Z</dcterms:created>
  <dcterms:modified xsi:type="dcterms:W3CDTF">2026-10-15T19:45:07Z</dcterms:modified>
</cp:coreProperties>
</file>